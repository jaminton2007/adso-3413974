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6F06-13E5-4B11-B6FE-7B80B5E1CA0A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18FC-4A22-42AC-8ABE-D9B0D64CED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15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6F06-13E5-4B11-B6FE-7B80B5E1CA0A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18FC-4A22-42AC-8ABE-D9B0D64CED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39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6F06-13E5-4B11-B6FE-7B80B5E1CA0A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18FC-4A22-42AC-8ABE-D9B0D64CED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16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6F06-13E5-4B11-B6FE-7B80B5E1CA0A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18FC-4A22-42AC-8ABE-D9B0D64CED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659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6F06-13E5-4B11-B6FE-7B80B5E1CA0A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18FC-4A22-42AC-8ABE-D9B0D64CED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393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6F06-13E5-4B11-B6FE-7B80B5E1CA0A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18FC-4A22-42AC-8ABE-D9B0D64CED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9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6F06-13E5-4B11-B6FE-7B80B5E1CA0A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18FC-4A22-42AC-8ABE-D9B0D64CED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6F06-13E5-4B11-B6FE-7B80B5E1CA0A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18FC-4A22-42AC-8ABE-D9B0D64CED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34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6F06-13E5-4B11-B6FE-7B80B5E1CA0A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18FC-4A22-42AC-8ABE-D9B0D64CED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85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6F06-13E5-4B11-B6FE-7B80B5E1CA0A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18FC-4A22-42AC-8ABE-D9B0D64CED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98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6F06-13E5-4B11-B6FE-7B80B5E1CA0A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18FC-4A22-42AC-8ABE-D9B0D64CED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1695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6F06-13E5-4B11-B6FE-7B80B5E1CA0A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18FC-4A22-42AC-8ABE-D9B0D64CED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380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26F06-13E5-4B11-B6FE-7B80B5E1CA0A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918FC-4A22-42AC-8ABE-D9B0D64CED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724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Sistema de Gestión de Horarios Académicos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Tecnólogo ADSO</a:t>
            </a:r>
          </a:p>
          <a:p>
            <a:r>
              <a:rPr lang="en-US" smtClean="0"/>
              <a:t>Semana 13</a:t>
            </a:r>
          </a:p>
          <a:p>
            <a:r>
              <a:rPr lang="en-US" smtClean="0"/>
              <a:t>Presentación del Proyecto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08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Contexto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Organización de horarios académicos.</a:t>
            </a:r>
          </a:p>
          <a:p>
            <a:r>
              <a:rPr lang="en-US" smtClean="0"/>
              <a:t>• Gestión de instructores.</a:t>
            </a:r>
          </a:p>
          <a:p>
            <a:r>
              <a:rPr lang="en-US" smtClean="0"/>
              <a:t>• Administración de ambientes.</a:t>
            </a:r>
          </a:p>
          <a:p>
            <a:r>
              <a:rPr lang="en-US" smtClean="0"/>
              <a:t>• Planeación de fichas de formación.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1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Problema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Cruces de horarios.</a:t>
            </a:r>
          </a:p>
          <a:p>
            <a:r>
              <a:rPr lang="en-US" smtClean="0"/>
              <a:t>• Procesos manuales.</a:t>
            </a:r>
          </a:p>
          <a:p>
            <a:r>
              <a:rPr lang="en-US" smtClean="0"/>
              <a:t>• Información dispersa.</a:t>
            </a:r>
          </a:p>
          <a:p>
            <a:r>
              <a:rPr lang="en-US" smtClean="0"/>
              <a:t>• Retrasos en la programación.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326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Objetivos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Objetivo General:</a:t>
            </a:r>
          </a:p>
          <a:p>
            <a:r>
              <a:rPr lang="en-US" smtClean="0"/>
              <a:t>Diseñar una propuesta tecnológica para optimizar la gestión de horarios.</a:t>
            </a:r>
          </a:p>
          <a:p>
            <a:endParaRPr lang="en-US" smtClean="0"/>
          </a:p>
          <a:p>
            <a:r>
              <a:rPr lang="en-US" smtClean="0"/>
              <a:t>Objetivos Específicos:</a:t>
            </a:r>
          </a:p>
          <a:p>
            <a:r>
              <a:rPr lang="en-US" smtClean="0"/>
              <a:t>• Analizar el proceso actual.</a:t>
            </a:r>
          </a:p>
          <a:p>
            <a:r>
              <a:rPr lang="en-US" smtClean="0"/>
              <a:t>• Identificar necesidades.</a:t>
            </a:r>
          </a:p>
          <a:p>
            <a:r>
              <a:rPr lang="en-US" smtClean="0"/>
              <a:t>• Proponer una solución.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076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Propuesta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Desarrollar un sistema que permita:</a:t>
            </a:r>
          </a:p>
          <a:p>
            <a:r>
              <a:rPr lang="en-US" smtClean="0"/>
              <a:t>• Administrar instructores.</a:t>
            </a:r>
          </a:p>
          <a:p>
            <a:r>
              <a:rPr lang="en-US" smtClean="0"/>
              <a:t>• Gestionar ambientes.</a:t>
            </a:r>
          </a:p>
          <a:p>
            <a:r>
              <a:rPr lang="en-US" smtClean="0"/>
              <a:t>• Organizar fichas.</a:t>
            </a:r>
          </a:p>
          <a:p>
            <a:r>
              <a:rPr lang="en-US" smtClean="0"/>
              <a:t>• Programar horarios.</a:t>
            </a:r>
          </a:p>
          <a:p>
            <a:r>
              <a:rPr lang="en-US" smtClean="0"/>
              <a:t>• Generar reportes.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025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Módulos del Sistema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Gestión de Usuarios</a:t>
            </a:r>
          </a:p>
          <a:p>
            <a:r>
              <a:rPr lang="en-US" smtClean="0"/>
              <a:t>• Gestión de Instructores</a:t>
            </a:r>
          </a:p>
          <a:p>
            <a:r>
              <a:rPr lang="en-US" smtClean="0"/>
              <a:t>• Gestión de Ambientes</a:t>
            </a:r>
          </a:p>
          <a:p>
            <a:r>
              <a:rPr lang="en-US" smtClean="0"/>
              <a:t>• Gestión de Fichas</a:t>
            </a:r>
          </a:p>
          <a:p>
            <a:r>
              <a:rPr lang="en-US" smtClean="0"/>
              <a:t>• Gestión de Horarios</a:t>
            </a:r>
          </a:p>
          <a:p>
            <a:r>
              <a:rPr lang="en-US" smtClean="0"/>
              <a:t>• Reportes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39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Flujo General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Registro de información</a:t>
            </a:r>
          </a:p>
          <a:p>
            <a:r>
              <a:rPr lang="en-US" smtClean="0"/>
              <a:t>?</a:t>
            </a:r>
          </a:p>
          <a:p>
            <a:r>
              <a:rPr lang="en-US" smtClean="0"/>
              <a:t>Validación</a:t>
            </a:r>
          </a:p>
          <a:p>
            <a:r>
              <a:rPr lang="en-US" smtClean="0"/>
              <a:t>?</a:t>
            </a:r>
          </a:p>
          <a:p>
            <a:r>
              <a:rPr lang="en-US" smtClean="0"/>
              <a:t>Asignación de horarios</a:t>
            </a:r>
          </a:p>
          <a:p>
            <a:r>
              <a:rPr lang="en-US" smtClean="0"/>
              <a:t>?</a:t>
            </a:r>
          </a:p>
          <a:p>
            <a:r>
              <a:rPr lang="en-US" smtClean="0"/>
              <a:t>Publicación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042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Beneficios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Reduce errores.</a:t>
            </a:r>
          </a:p>
          <a:p>
            <a:r>
              <a:rPr lang="en-US" smtClean="0"/>
              <a:t>• Optimiza recursos.</a:t>
            </a:r>
          </a:p>
          <a:p>
            <a:r>
              <a:rPr lang="en-US" smtClean="0"/>
              <a:t>• Centraliza la información.</a:t>
            </a:r>
          </a:p>
          <a:p>
            <a:r>
              <a:rPr lang="en-US" smtClean="0"/>
              <a:t>• Facilita la programación.</a:t>
            </a:r>
          </a:p>
          <a:p>
            <a:r>
              <a:rPr lang="en-US" smtClean="0"/>
              <a:t>• Mejora la gestión académica.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2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Cronograma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Análisis</a:t>
            </a:r>
          </a:p>
          <a:p>
            <a:r>
              <a:rPr lang="en-US" smtClean="0"/>
              <a:t>Diseño</a:t>
            </a:r>
          </a:p>
          <a:p>
            <a:r>
              <a:rPr lang="en-US" smtClean="0"/>
              <a:t>Desarrollo</a:t>
            </a:r>
          </a:p>
          <a:p>
            <a:r>
              <a:rPr lang="en-US" smtClean="0"/>
              <a:t>Pruebas</a:t>
            </a:r>
          </a:p>
          <a:p>
            <a:r>
              <a:rPr lang="en-US" smtClean="0"/>
              <a:t>Implementación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541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Conclusiones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La automatización mejora la programación académica.</a:t>
            </a:r>
          </a:p>
          <a:p>
            <a:r>
              <a:rPr lang="en-US" smtClean="0"/>
              <a:t>• Reduce errores administrativos.</a:t>
            </a:r>
          </a:p>
          <a:p>
            <a:r>
              <a:rPr lang="en-US" smtClean="0"/>
              <a:t>• Facilita la gestión institucional.</a:t>
            </a:r>
          </a:p>
          <a:p>
            <a:endParaRPr lang="en-US" smtClean="0"/>
          </a:p>
          <a:p>
            <a:r>
              <a:rPr lang="en-US" smtClean="0"/>
              <a:t>Gracias por su atención.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8031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</Words>
  <Application>Microsoft Office PowerPoint</Application>
  <PresentationFormat>Panorámica</PresentationFormat>
  <Paragraphs>62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Sistema de Gestión de Horarios Académicos</vt:lpstr>
      <vt:lpstr>Contexto</vt:lpstr>
      <vt:lpstr>Problema</vt:lpstr>
      <vt:lpstr>Objetivos</vt:lpstr>
      <vt:lpstr>Propuesta</vt:lpstr>
      <vt:lpstr>Módulos del Sistema</vt:lpstr>
      <vt:lpstr>Flujo General</vt:lpstr>
      <vt:lpstr>Beneficios</vt:lpstr>
      <vt:lpstr>Cronograma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de Horarios Académicos</dc:title>
  <dc:creator>Casa</dc:creator>
  <cp:lastModifiedBy>Casa</cp:lastModifiedBy>
  <cp:revision>1</cp:revision>
  <dcterms:created xsi:type="dcterms:W3CDTF">2026-07-06T04:53:28Z</dcterms:created>
  <dcterms:modified xsi:type="dcterms:W3CDTF">2026-07-06T04:53:28Z</dcterms:modified>
</cp:coreProperties>
</file>